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14"/>
    </p:embeddedFont>
    <p:embeddedFont>
      <p:font typeface="Manrope" panose="020B0604020202020204" charset="0"/>
      <p:regular r:id="rId15"/>
      <p:bold r:id="rId16"/>
    </p:embeddedFont>
    <p:embeddedFont>
      <p:font typeface="Manrope SemiBold" panose="020B060402020202020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80A80-93E3-47F3-BFDC-B6DAA7597BB9}" v="66" dt="2026-02-15T13:58:33.336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2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kumawat" userId="823cc50b21decfcc" providerId="LiveId" clId="{F745A271-30E4-433A-B29A-9C99734B31BB}"/>
    <pc:docChg chg="undo redo custSel delSld modSld">
      <pc:chgData name="aakash kumawat" userId="823cc50b21decfcc" providerId="LiveId" clId="{F745A271-30E4-433A-B29A-9C99734B31BB}" dt="2026-02-15T13:58:48.553" v="977" actId="20577"/>
      <pc:docMkLst>
        <pc:docMk/>
      </pc:docMkLst>
      <pc:sldChg chg="addSp modSp mod">
        <pc:chgData name="aakash kumawat" userId="823cc50b21decfcc" providerId="LiveId" clId="{F745A271-30E4-433A-B29A-9C99734B31BB}" dt="2026-02-15T13:58:48.553" v="977" actId="20577"/>
        <pc:sldMkLst>
          <pc:docMk/>
          <pc:sldMk cId="0" sldId="257"/>
        </pc:sldMkLst>
        <pc:spChg chg="add mod">
          <ac:chgData name="aakash kumawat" userId="823cc50b21decfcc" providerId="LiveId" clId="{F745A271-30E4-433A-B29A-9C99734B31BB}" dt="2026-02-15T13:58:48.553" v="977" actId="20577"/>
          <ac:spMkLst>
            <pc:docMk/>
            <pc:sldMk cId="0" sldId="257"/>
            <ac:spMk id="2" creationId="{EBB40B3D-6C9D-3933-5651-AFFC40192232}"/>
          </ac:spMkLst>
        </pc:spChg>
        <pc:spChg chg="mod">
          <ac:chgData name="aakash kumawat" userId="823cc50b21decfcc" providerId="LiveId" clId="{F745A271-30E4-433A-B29A-9C99734B31BB}" dt="2026-02-15T13:57:47.708" v="944" actId="948"/>
          <ac:spMkLst>
            <pc:docMk/>
            <pc:sldMk cId="0" sldId="257"/>
            <ac:spMk id="64" creationId="{00000000-0000-0000-0000-000000000000}"/>
          </ac:spMkLst>
        </pc:spChg>
      </pc:sldChg>
      <pc:sldChg chg="addSp delSp modSp mod">
        <pc:chgData name="aakash kumawat" userId="823cc50b21decfcc" providerId="LiveId" clId="{F745A271-30E4-433A-B29A-9C99734B31BB}" dt="2026-02-15T13:42:43.889" v="820" actId="404"/>
        <pc:sldMkLst>
          <pc:docMk/>
          <pc:sldMk cId="0" sldId="258"/>
        </pc:sldMkLst>
        <pc:spChg chg="add del mod ord">
          <ac:chgData name="aakash kumawat" userId="823cc50b21decfcc" providerId="LiveId" clId="{F745A271-30E4-433A-B29A-9C99734B31BB}" dt="2026-02-15T13:19:14.182" v="738" actId="478"/>
          <ac:spMkLst>
            <pc:docMk/>
            <pc:sldMk cId="0" sldId="258"/>
            <ac:spMk id="4" creationId="{C42A2681-CF46-CC7F-A791-1E5F7DB0BC6C}"/>
          </ac:spMkLst>
        </pc:spChg>
        <pc:spChg chg="add mod">
          <ac:chgData name="aakash kumawat" userId="823cc50b21decfcc" providerId="LiveId" clId="{F745A271-30E4-433A-B29A-9C99734B31BB}" dt="2026-02-15T13:07:30.189" v="515" actId="1076"/>
          <ac:spMkLst>
            <pc:docMk/>
            <pc:sldMk cId="0" sldId="258"/>
            <ac:spMk id="5" creationId="{D5B2AEEE-2897-8C7A-5A60-E7AE4EDD4374}"/>
          </ac:spMkLst>
        </pc:spChg>
        <pc:spChg chg="add mod">
          <ac:chgData name="aakash kumawat" userId="823cc50b21decfcc" providerId="LiveId" clId="{F745A271-30E4-433A-B29A-9C99734B31BB}" dt="2026-02-15T13:07:29.620" v="514"/>
          <ac:spMkLst>
            <pc:docMk/>
            <pc:sldMk cId="0" sldId="258"/>
            <ac:spMk id="6" creationId="{8CE67E3C-43C7-21F7-1F68-499592A66AF6}"/>
          </ac:spMkLst>
        </pc:spChg>
        <pc:spChg chg="add">
          <ac:chgData name="aakash kumawat" userId="823cc50b21decfcc" providerId="LiveId" clId="{F745A271-30E4-433A-B29A-9C99734B31BB}" dt="2026-02-15T13:07:35.086" v="521"/>
          <ac:spMkLst>
            <pc:docMk/>
            <pc:sldMk cId="0" sldId="258"/>
            <ac:spMk id="7" creationId="{C83D7FBB-D537-FE05-08C5-EC48D4B84E16}"/>
          </ac:spMkLst>
        </pc:spChg>
        <pc:spChg chg="add mod">
          <ac:chgData name="aakash kumawat" userId="823cc50b21decfcc" providerId="LiveId" clId="{F745A271-30E4-433A-B29A-9C99734B31BB}" dt="2026-02-15T13:42:43.889" v="820" actId="404"/>
          <ac:spMkLst>
            <pc:docMk/>
            <pc:sldMk cId="0" sldId="258"/>
            <ac:spMk id="10" creationId="{D3CF1C46-DC8C-E26C-D470-CC18A28A3646}"/>
          </ac:spMkLst>
        </pc:spChg>
        <pc:spChg chg="mod ord">
          <ac:chgData name="aakash kumawat" userId="823cc50b21decfcc" providerId="LiveId" clId="{F745A271-30E4-433A-B29A-9C99734B31BB}" dt="2026-02-15T13:40:26.513" v="805" actId="20577"/>
          <ac:spMkLst>
            <pc:docMk/>
            <pc:sldMk cId="0" sldId="258"/>
            <ac:spMk id="71" creationId="{00000000-0000-0000-0000-000000000000}"/>
          </ac:spMkLst>
        </pc:spChg>
        <pc:graphicFrameChg chg="add mod modGraphic">
          <ac:chgData name="aakash kumawat" userId="823cc50b21decfcc" providerId="LiveId" clId="{F745A271-30E4-433A-B29A-9C99734B31BB}" dt="2026-02-15T13:03:09.310" v="467" actId="14100"/>
          <ac:graphicFrameMkLst>
            <pc:docMk/>
            <pc:sldMk cId="0" sldId="258"/>
            <ac:graphicFrameMk id="2" creationId="{5FFED5E7-0E67-980E-4243-CB18A8313A76}"/>
          </ac:graphicFrameMkLst>
        </pc:graphicFrameChg>
        <pc:graphicFrameChg chg="add mod ord modGraphic">
          <ac:chgData name="aakash kumawat" userId="823cc50b21decfcc" providerId="LiveId" clId="{F745A271-30E4-433A-B29A-9C99734B31BB}" dt="2026-02-15T13:42:20.744" v="815" actId="14100"/>
          <ac:graphicFrameMkLst>
            <pc:docMk/>
            <pc:sldMk cId="0" sldId="258"/>
            <ac:graphicFrameMk id="3" creationId="{B624F63B-B321-742C-5819-464DE2FBB98C}"/>
          </ac:graphicFrameMkLst>
        </pc:graphicFrameChg>
        <pc:graphicFrameChg chg="add del mod modGraphic">
          <ac:chgData name="aakash kumawat" userId="823cc50b21decfcc" providerId="LiveId" clId="{F745A271-30E4-433A-B29A-9C99734B31BB}" dt="2026-02-15T13:10:46.978" v="554" actId="478"/>
          <ac:graphicFrameMkLst>
            <pc:docMk/>
            <pc:sldMk cId="0" sldId="258"/>
            <ac:graphicFrameMk id="8" creationId="{666CC5B7-8020-9D6C-CA0D-7721D2CA9496}"/>
          </ac:graphicFrameMkLst>
        </pc:graphicFrameChg>
        <pc:graphicFrameChg chg="add del mod modGraphic">
          <ac:chgData name="aakash kumawat" userId="823cc50b21decfcc" providerId="LiveId" clId="{F745A271-30E4-433A-B29A-9C99734B31BB}" dt="2026-02-15T13:16:45.946" v="705" actId="478"/>
          <ac:graphicFrameMkLst>
            <pc:docMk/>
            <pc:sldMk cId="0" sldId="258"/>
            <ac:graphicFrameMk id="9" creationId="{6EDB0935-28A0-FFF2-BB3C-9C7A380DBD32}"/>
          </ac:graphicFrameMkLst>
        </pc:graphicFrameChg>
        <pc:graphicFrameChg chg="add del mod modGraphic">
          <ac:chgData name="aakash kumawat" userId="823cc50b21decfcc" providerId="LiveId" clId="{F745A271-30E4-433A-B29A-9C99734B31BB}" dt="2026-02-15T13:36:59.923" v="750" actId="478"/>
          <ac:graphicFrameMkLst>
            <pc:docMk/>
            <pc:sldMk cId="0" sldId="258"/>
            <ac:graphicFrameMk id="11" creationId="{FF95031A-8801-1361-C87B-55D517EACDDB}"/>
          </ac:graphicFrameMkLst>
        </pc:graphicFrameChg>
        <pc:graphicFrameChg chg="add mod modGraphic">
          <ac:chgData name="aakash kumawat" userId="823cc50b21decfcc" providerId="LiveId" clId="{F745A271-30E4-433A-B29A-9C99734B31BB}" dt="2026-02-15T13:42:01.974" v="811" actId="14100"/>
          <ac:graphicFrameMkLst>
            <pc:docMk/>
            <pc:sldMk cId="0" sldId="258"/>
            <ac:graphicFrameMk id="12" creationId="{CD7517A5-F45E-EAF9-AFEA-262A68200205}"/>
          </ac:graphicFrameMkLst>
        </pc:graphicFrameChg>
        <pc:picChg chg="mod ord">
          <ac:chgData name="aakash kumawat" userId="823cc50b21decfcc" providerId="LiveId" clId="{F745A271-30E4-433A-B29A-9C99734B31BB}" dt="2026-02-15T13:36:56.863" v="749" actId="1076"/>
          <ac:picMkLst>
            <pc:docMk/>
            <pc:sldMk cId="0" sldId="258"/>
            <ac:picMk id="70" creationId="{00000000-0000-0000-0000-000000000000}"/>
          </ac:picMkLst>
        </pc:picChg>
      </pc:sldChg>
      <pc:sldChg chg="addSp delSp modSp mod">
        <pc:chgData name="aakash kumawat" userId="823cc50b21decfcc" providerId="LiveId" clId="{F745A271-30E4-433A-B29A-9C99734B31BB}" dt="2026-02-15T13:52:07.221" v="907" actId="207"/>
        <pc:sldMkLst>
          <pc:docMk/>
          <pc:sldMk cId="0" sldId="259"/>
        </pc:sldMkLst>
        <pc:spChg chg="add del mod">
          <ac:chgData name="aakash kumawat" userId="823cc50b21decfcc" providerId="LiveId" clId="{F745A271-30E4-433A-B29A-9C99734B31BB}" dt="2026-02-15T13:44:04.315" v="825" actId="478"/>
          <ac:spMkLst>
            <pc:docMk/>
            <pc:sldMk cId="0" sldId="259"/>
            <ac:spMk id="2" creationId="{4A89E135-3F77-BE1B-1B4C-79D273B49005}"/>
          </ac:spMkLst>
        </pc:spChg>
        <pc:spChg chg="add mod">
          <ac:chgData name="aakash kumawat" userId="823cc50b21decfcc" providerId="LiveId" clId="{F745A271-30E4-433A-B29A-9C99734B31BB}" dt="2026-02-15T13:52:07.221" v="907" actId="207"/>
          <ac:spMkLst>
            <pc:docMk/>
            <pc:sldMk cId="0" sldId="259"/>
            <ac:spMk id="3" creationId="{85D5D89D-D2AB-E5C8-E7C5-E333E83A172D}"/>
          </ac:spMkLst>
        </pc:spChg>
        <pc:spChg chg="add mod">
          <ac:chgData name="aakash kumawat" userId="823cc50b21decfcc" providerId="LiveId" clId="{F745A271-30E4-433A-B29A-9C99734B31BB}" dt="2026-02-15T13:52:05.087" v="906" actId="207"/>
          <ac:spMkLst>
            <pc:docMk/>
            <pc:sldMk cId="0" sldId="259"/>
            <ac:spMk id="4" creationId="{9B1C6AD5-052D-0A5C-75E0-95A1D248DB33}"/>
          </ac:spMkLst>
        </pc:spChg>
        <pc:spChg chg="add del mod">
          <ac:chgData name="aakash kumawat" userId="823cc50b21decfcc" providerId="LiveId" clId="{F745A271-30E4-433A-B29A-9C99734B31BB}" dt="2026-02-15T13:52:02.511" v="905" actId="207"/>
          <ac:spMkLst>
            <pc:docMk/>
            <pc:sldMk cId="0" sldId="259"/>
            <ac:spMk id="5" creationId="{2E9948C1-4739-01DF-52AD-540FDE615220}"/>
          </ac:spMkLst>
        </pc:spChg>
        <pc:spChg chg="mod">
          <ac:chgData name="aakash kumawat" userId="823cc50b21decfcc" providerId="LiveId" clId="{F745A271-30E4-433A-B29A-9C99734B31BB}" dt="2026-02-15T13:44:29.096" v="829" actId="20577"/>
          <ac:spMkLst>
            <pc:docMk/>
            <pc:sldMk cId="0" sldId="259"/>
            <ac:spMk id="77" creationId="{00000000-0000-0000-0000-000000000000}"/>
          </ac:spMkLst>
        </pc:spChg>
        <pc:picChg chg="mod">
          <ac:chgData name="aakash kumawat" userId="823cc50b21decfcc" providerId="LiveId" clId="{F745A271-30E4-433A-B29A-9C99734B31BB}" dt="2026-02-15T13:44:36.075" v="832" actId="1076"/>
          <ac:picMkLst>
            <pc:docMk/>
            <pc:sldMk cId="0" sldId="259"/>
            <ac:picMk id="76" creationId="{00000000-0000-0000-0000-000000000000}"/>
          </ac:picMkLst>
        </pc:picChg>
        <pc:picChg chg="del mod">
          <ac:chgData name="aakash kumawat" userId="823cc50b21decfcc" providerId="LiveId" clId="{F745A271-30E4-433A-B29A-9C99734B31BB}" dt="2026-02-15T12:55:44.712" v="433" actId="478"/>
          <ac:picMkLst>
            <pc:docMk/>
            <pc:sldMk cId="0" sldId="259"/>
            <ac:picMk id="78" creationId="{00000000-0000-0000-0000-000000000000}"/>
          </ac:picMkLst>
        </pc:picChg>
      </pc:sldChg>
      <pc:sldChg chg="addSp delSp modSp mod modNotes">
        <pc:chgData name="aakash kumawat" userId="823cc50b21decfcc" providerId="LiveId" clId="{F745A271-30E4-433A-B29A-9C99734B31BB}" dt="2026-02-15T12:55:09.009" v="432" actId="1076"/>
        <pc:sldMkLst>
          <pc:docMk/>
          <pc:sldMk cId="0" sldId="260"/>
        </pc:sldMkLst>
        <pc:spChg chg="mod">
          <ac:chgData name="aakash kumawat" userId="823cc50b21decfcc" providerId="LiveId" clId="{F745A271-30E4-433A-B29A-9C99734B31BB}" dt="2026-02-15T12:55:09.009" v="432" actId="1076"/>
          <ac:spMkLst>
            <pc:docMk/>
            <pc:sldMk cId="0" sldId="260"/>
            <ac:spMk id="84" creationId="{00000000-0000-0000-0000-000000000000}"/>
          </ac:spMkLst>
        </pc:spChg>
        <pc:picChg chg="add mod ord modCrop">
          <ac:chgData name="aakash kumawat" userId="823cc50b21decfcc" providerId="LiveId" clId="{F745A271-30E4-433A-B29A-9C99734B31BB}" dt="2026-02-15T12:55:01.395" v="431" actId="1076"/>
          <ac:picMkLst>
            <pc:docMk/>
            <pc:sldMk cId="0" sldId="260"/>
            <ac:picMk id="3" creationId="{BDD58F6B-4C58-46B3-D833-E3EFE562FCFA}"/>
          </ac:picMkLst>
        </pc:picChg>
        <pc:picChg chg="mod ord modCrop">
          <ac:chgData name="aakash kumawat" userId="823cc50b21decfcc" providerId="LiveId" clId="{F745A271-30E4-433A-B29A-9C99734B31BB}" dt="2026-02-15T12:54:51.330" v="429" actId="171"/>
          <ac:picMkLst>
            <pc:docMk/>
            <pc:sldMk cId="0" sldId="260"/>
            <ac:picMk id="83" creationId="{00000000-0000-0000-0000-000000000000}"/>
          </ac:picMkLst>
        </pc:picChg>
        <pc:picChg chg="del">
          <ac:chgData name="aakash kumawat" userId="823cc50b21decfcc" providerId="LiveId" clId="{F745A271-30E4-433A-B29A-9C99734B31BB}" dt="2026-02-15T12:17:12.645" v="17" actId="478"/>
          <ac:picMkLst>
            <pc:docMk/>
            <pc:sldMk cId="0" sldId="260"/>
            <ac:picMk id="85" creationId="{00000000-0000-0000-0000-000000000000}"/>
          </ac:picMkLst>
        </pc:picChg>
        <pc:picChg chg="del">
          <ac:chgData name="aakash kumawat" userId="823cc50b21decfcc" providerId="LiveId" clId="{F745A271-30E4-433A-B29A-9C99734B31BB}" dt="2026-02-15T12:17:13.490" v="18" actId="478"/>
          <ac:picMkLst>
            <pc:docMk/>
            <pc:sldMk cId="0" sldId="260"/>
            <ac:picMk id="86" creationId="{00000000-0000-0000-0000-000000000000}"/>
          </ac:picMkLst>
        </pc:picChg>
      </pc:sldChg>
      <pc:sldChg chg="addSp delSp modSp mod">
        <pc:chgData name="aakash kumawat" userId="823cc50b21decfcc" providerId="LiveId" clId="{F745A271-30E4-433A-B29A-9C99734B31BB}" dt="2026-02-15T12:54:32.530" v="425" actId="1076"/>
        <pc:sldMkLst>
          <pc:docMk/>
          <pc:sldMk cId="0" sldId="261"/>
        </pc:sldMkLst>
        <pc:spChg chg="add del mod">
          <ac:chgData name="aakash kumawat" userId="823cc50b21decfcc" providerId="LiveId" clId="{F745A271-30E4-433A-B29A-9C99734B31BB}" dt="2026-02-15T12:32:57.214" v="167" actId="1076"/>
          <ac:spMkLst>
            <pc:docMk/>
            <pc:sldMk cId="0" sldId="261"/>
            <ac:spMk id="93" creationId="{00000000-0000-0000-0000-000000000000}"/>
          </ac:spMkLst>
        </pc:spChg>
        <pc:picChg chg="add del mod modCrop">
          <ac:chgData name="aakash kumawat" userId="823cc50b21decfcc" providerId="LiveId" clId="{F745A271-30E4-433A-B29A-9C99734B31BB}" dt="2026-02-15T12:31:40.725" v="157" actId="478"/>
          <ac:picMkLst>
            <pc:docMk/>
            <pc:sldMk cId="0" sldId="261"/>
            <ac:picMk id="2" creationId="{477C1DEE-AB65-3F06-BF26-48AFBECE3D2C}"/>
          </ac:picMkLst>
        </pc:picChg>
        <pc:picChg chg="add del mod ord modCrop">
          <ac:chgData name="aakash kumawat" userId="823cc50b21decfcc" providerId="LiveId" clId="{F745A271-30E4-433A-B29A-9C99734B31BB}" dt="2026-02-15T12:29:49.103" v="133" actId="478"/>
          <ac:picMkLst>
            <pc:docMk/>
            <pc:sldMk cId="0" sldId="261"/>
            <ac:picMk id="4" creationId="{52D75251-50E8-0E66-8B6D-55197D6B5C12}"/>
          </ac:picMkLst>
        </pc:picChg>
        <pc:picChg chg="add del mod modCrop">
          <ac:chgData name="aakash kumawat" userId="823cc50b21decfcc" providerId="LiveId" clId="{F745A271-30E4-433A-B29A-9C99734B31BB}" dt="2026-02-15T12:29:40.946" v="115" actId="931"/>
          <ac:picMkLst>
            <pc:docMk/>
            <pc:sldMk cId="0" sldId="261"/>
            <ac:picMk id="6" creationId="{DE3DF00D-C39F-278C-CB45-9DAADD2C94D8}"/>
          </ac:picMkLst>
        </pc:picChg>
        <pc:picChg chg="add mod ord modCrop">
          <ac:chgData name="aakash kumawat" userId="823cc50b21decfcc" providerId="LiveId" clId="{F745A271-30E4-433A-B29A-9C99734B31BB}" dt="2026-02-15T12:54:32.530" v="425" actId="1076"/>
          <ac:picMkLst>
            <pc:docMk/>
            <pc:sldMk cId="0" sldId="261"/>
            <ac:picMk id="8" creationId="{59476C95-747B-E401-E5C1-604AF592D941}"/>
          </ac:picMkLst>
        </pc:picChg>
        <pc:picChg chg="del mod ord">
          <ac:chgData name="aakash kumawat" userId="823cc50b21decfcc" providerId="LiveId" clId="{F745A271-30E4-433A-B29A-9C99734B31BB}" dt="2026-02-15T12:25:09.138" v="83" actId="478"/>
          <ac:picMkLst>
            <pc:docMk/>
            <pc:sldMk cId="0" sldId="261"/>
            <ac:picMk id="91" creationId="{00000000-0000-0000-0000-000000000000}"/>
          </ac:picMkLst>
        </pc:picChg>
        <pc:picChg chg="add del mod ord modCrop">
          <ac:chgData name="aakash kumawat" userId="823cc50b21decfcc" providerId="LiveId" clId="{F745A271-30E4-433A-B29A-9C99734B31BB}" dt="2026-02-15T12:32:23.263" v="164" actId="171"/>
          <ac:picMkLst>
            <pc:docMk/>
            <pc:sldMk cId="0" sldId="261"/>
            <ac:picMk id="92" creationId="{00000000-0000-0000-0000-000000000000}"/>
          </ac:picMkLst>
        </pc:picChg>
      </pc:sldChg>
      <pc:sldChg chg="del">
        <pc:chgData name="aakash kumawat" userId="823cc50b21decfcc" providerId="LiveId" clId="{F745A271-30E4-433A-B29A-9C99734B31BB}" dt="2026-02-15T12:23:08.778" v="60" actId="2696"/>
        <pc:sldMkLst>
          <pc:docMk/>
          <pc:sldMk cId="0" sldId="262"/>
        </pc:sldMkLst>
      </pc:sldChg>
      <pc:sldChg chg="addSp delSp modSp mod">
        <pc:chgData name="aakash kumawat" userId="823cc50b21decfcc" providerId="LiveId" clId="{F745A271-30E4-433A-B29A-9C99734B31BB}" dt="2026-02-15T12:54:13.464" v="423" actId="1076"/>
        <pc:sldMkLst>
          <pc:docMk/>
          <pc:sldMk cId="0" sldId="263"/>
        </pc:sldMkLst>
        <pc:spChg chg="add del mod">
          <ac:chgData name="aakash kumawat" userId="823cc50b21decfcc" providerId="LiveId" clId="{F745A271-30E4-433A-B29A-9C99734B31BB}" dt="2026-02-15T12:53:44.583" v="417"/>
          <ac:spMkLst>
            <pc:docMk/>
            <pc:sldMk cId="0" sldId="263"/>
            <ac:spMk id="4" creationId="{4E4B1C90-045F-4BD2-263A-A253DFBA44A2}"/>
          </ac:spMkLst>
        </pc:spChg>
        <pc:spChg chg="add mod">
          <ac:chgData name="aakash kumawat" userId="823cc50b21decfcc" providerId="LiveId" clId="{F745A271-30E4-433A-B29A-9C99734B31BB}" dt="2026-02-15T12:54:13.464" v="423" actId="1076"/>
          <ac:spMkLst>
            <pc:docMk/>
            <pc:sldMk cId="0" sldId="263"/>
            <ac:spMk id="5" creationId="{4D3A4769-AD4D-EC4F-EF19-1E152187C31B}"/>
          </ac:spMkLst>
        </pc:spChg>
        <pc:spChg chg="del mod">
          <ac:chgData name="aakash kumawat" userId="823cc50b21decfcc" providerId="LiveId" clId="{F745A271-30E4-433A-B29A-9C99734B31BB}" dt="2026-02-15T12:50:26.098" v="376" actId="478"/>
          <ac:spMkLst>
            <pc:docMk/>
            <pc:sldMk cId="0" sldId="263"/>
            <ac:spMk id="104" creationId="{00000000-0000-0000-0000-000000000000}"/>
          </ac:spMkLst>
        </pc:spChg>
        <pc:picChg chg="add mod ord modCrop">
          <ac:chgData name="aakash kumawat" userId="823cc50b21decfcc" providerId="LiveId" clId="{F745A271-30E4-433A-B29A-9C99734B31BB}" dt="2026-02-15T12:54:07.074" v="422" actId="732"/>
          <ac:picMkLst>
            <pc:docMk/>
            <pc:sldMk cId="0" sldId="263"/>
            <ac:picMk id="3" creationId="{65BF5DCD-2A61-52D8-A5D4-A7B671333714}"/>
          </ac:picMkLst>
        </pc:picChg>
        <pc:picChg chg="ord">
          <ac:chgData name="aakash kumawat" userId="823cc50b21decfcc" providerId="LiveId" clId="{F745A271-30E4-433A-B29A-9C99734B31BB}" dt="2026-02-15T12:50:32.242" v="379" actId="171"/>
          <ac:picMkLst>
            <pc:docMk/>
            <pc:sldMk cId="0" sldId="263"/>
            <ac:picMk id="103" creationId="{00000000-0000-0000-0000-000000000000}"/>
          </ac:picMkLst>
        </pc:picChg>
        <pc:picChg chg="del mod">
          <ac:chgData name="aakash kumawat" userId="823cc50b21decfcc" providerId="LiveId" clId="{F745A271-30E4-433A-B29A-9C99734B31BB}" dt="2026-02-15T12:23:12.560" v="62" actId="478"/>
          <ac:picMkLst>
            <pc:docMk/>
            <pc:sldMk cId="0" sldId="263"/>
            <ac:picMk id="105" creationId="{00000000-0000-0000-0000-000000000000}"/>
          </ac:picMkLst>
        </pc:picChg>
      </pc:sldChg>
      <pc:sldChg chg="modSp mod">
        <pc:chgData name="aakash kumawat" userId="823cc50b21decfcc" providerId="LiveId" clId="{F745A271-30E4-433A-B29A-9C99734B31BB}" dt="2026-02-15T12:43:06.139" v="335" actId="20577"/>
        <pc:sldMkLst>
          <pc:docMk/>
          <pc:sldMk cId="0" sldId="264"/>
        </pc:sldMkLst>
        <pc:spChg chg="mod">
          <ac:chgData name="aakash kumawat" userId="823cc50b21decfcc" providerId="LiveId" clId="{F745A271-30E4-433A-B29A-9C99734B31BB}" dt="2026-02-15T12:42:55.932" v="334" actId="255"/>
          <ac:spMkLst>
            <pc:docMk/>
            <pc:sldMk cId="0" sldId="264"/>
            <ac:spMk id="112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3:06.139" v="335" actId="20577"/>
          <ac:spMkLst>
            <pc:docMk/>
            <pc:sldMk cId="0" sldId="264"/>
            <ac:spMk id="113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2:55.821" v="331" actId="2710"/>
          <ac:spMkLst>
            <pc:docMk/>
            <pc:sldMk cId="0" sldId="264"/>
            <ac:spMk id="114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2:55.853" v="332" actId="2710"/>
          <ac:spMkLst>
            <pc:docMk/>
            <pc:sldMk cId="0" sldId="264"/>
            <ac:spMk id="115" creationId="{00000000-0000-0000-0000-000000000000}"/>
          </ac:spMkLst>
        </pc:spChg>
      </pc:sldChg>
      <pc:sldChg chg="modSp mod">
        <pc:chgData name="aakash kumawat" userId="823cc50b21decfcc" providerId="LiveId" clId="{F745A271-30E4-433A-B29A-9C99734B31BB}" dt="2026-02-15T12:48:39.483" v="373" actId="20577"/>
        <pc:sldMkLst>
          <pc:docMk/>
          <pc:sldMk cId="0" sldId="265"/>
        </pc:sldMkLst>
        <pc:spChg chg="mod">
          <ac:chgData name="aakash kumawat" userId="823cc50b21decfcc" providerId="LiveId" clId="{F745A271-30E4-433A-B29A-9C99734B31BB}" dt="2026-02-15T12:48:22.426" v="365" actId="948"/>
          <ac:spMkLst>
            <pc:docMk/>
            <pc:sldMk cId="0" sldId="265"/>
            <ac:spMk id="122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6:39.457" v="357" actId="14100"/>
          <ac:spMkLst>
            <pc:docMk/>
            <pc:sldMk cId="0" sldId="265"/>
            <ac:spMk id="123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8:39.483" v="373" actId="20577"/>
          <ac:spMkLst>
            <pc:docMk/>
            <pc:sldMk cId="0" sldId="265"/>
            <ac:spMk id="124" creationId="{00000000-0000-0000-0000-000000000000}"/>
          </ac:spMkLst>
        </pc:spChg>
      </pc:sldChg>
      <pc:sldChg chg="modSp mod">
        <pc:chgData name="aakash kumawat" userId="823cc50b21decfcc" providerId="LiveId" clId="{F745A271-30E4-433A-B29A-9C99734B31BB}" dt="2026-02-15T12:49:21.701" v="375" actId="948"/>
        <pc:sldMkLst>
          <pc:docMk/>
          <pc:sldMk cId="0" sldId="266"/>
        </pc:sldMkLst>
        <pc:spChg chg="mod">
          <ac:chgData name="aakash kumawat" userId="823cc50b21decfcc" providerId="LiveId" clId="{F745A271-30E4-433A-B29A-9C99734B31BB}" dt="2026-02-15T12:49:21.701" v="375" actId="948"/>
          <ac:spMkLst>
            <pc:docMk/>
            <pc:sldMk cId="0" sldId="266"/>
            <ac:spMk id="131" creationId="{00000000-0000-0000-0000-000000000000}"/>
          </ac:spMkLst>
        </pc:spChg>
        <pc:spChg chg="mod">
          <ac:chgData name="aakash kumawat" userId="823cc50b21decfcc" providerId="LiveId" clId="{F745A271-30E4-433A-B29A-9C99734B31BB}" dt="2026-02-15T12:49:13.876" v="374" actId="948"/>
          <ac:spMkLst>
            <pc:docMk/>
            <pc:sldMk cId="0" sldId="266"/>
            <ac:spMk id="1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TensorTitans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4298143"/>
            <a:ext cx="85206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Aakash Kumawat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50975" y="4274428"/>
            <a:ext cx="6582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AI for Media, Content &amp; Digital Experiences Problem Statement: </a:t>
            </a:r>
            <a:endParaRPr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Design an AI-driven solution that helps create, manage, personalize, or distribute digital content more effectively.</a:t>
            </a:r>
            <a:endParaRPr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969800"/>
            <a:ext cx="8485800" cy="4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Roboto"/>
              <a:buChar char="●"/>
            </a:pPr>
            <a:r>
              <a:rPr lang="en-GB" sz="1600" dirty="0" err="1">
                <a:solidFill>
                  <a:srgbClr val="202729"/>
                </a:solidFill>
                <a:latin typeface="Impact"/>
                <a:ea typeface="Impact"/>
                <a:cs typeface="Impact"/>
                <a:sym typeface="Impact"/>
              </a:rPr>
              <a:t>CreatorOS</a:t>
            </a: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 is an AI copilot dashboard for Shorts/Reels.</a:t>
            </a:r>
            <a:endParaRPr sz="1600" dirty="0"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Roboto"/>
              <a:buChar char="●"/>
            </a:pP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It guides a creator from: 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IN" sz="1600" dirty="0"/>
              <a:t>[💡 Idea] ➔ [📝 Script] ➔ [🎵 Vibe Match] ➔ [🛡️ Safety Gate] ➔ [🚀 Publish]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endParaRPr lang="en-IN" sz="1600" b="1" dirty="0"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29100" y="559225"/>
            <a:ext cx="34884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Brief about the Idea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B40B3D-6C9D-3933-5651-AFFC4019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256846"/>
            <a:ext cx="8077200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Meme formats + beat-matched music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 Hooks &amp; Captions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Scroll-stopping lines in seconds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Pre-Publish Safety Scan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policy risks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Copyright issues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Factual claim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Instant Fix Suggestions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Ready-to-apply corrections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3CF1C46-DC8C-E26C-D470-CC18A28A3646}"/>
              </a:ext>
            </a:extLst>
          </p:cNvPr>
          <p:cNvSpPr txBox="1"/>
          <p:nvPr/>
        </p:nvSpPr>
        <p:spPr>
          <a:xfrm>
            <a:off x="4399808" y="565958"/>
            <a:ext cx="3279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B) How will it solve the problem?</a:t>
            </a:r>
          </a:p>
          <a:p>
            <a:endParaRPr lang="en-IN" sz="1100" dirty="0"/>
          </a:p>
        </p:txBody>
      </p:sp>
      <p:pic>
        <p:nvPicPr>
          <p:cNvPr id="70" name="Google Shape;70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6708" y="375899"/>
            <a:ext cx="8686200" cy="43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15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A) How different is it from other ideas?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AutoNum type="alphaUcParenR"/>
            </a:pPr>
            <a:endParaRPr lang="en-US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AutoNum type="alphaUcParenR"/>
            </a:pPr>
            <a:endParaRPr lang="en-US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C) USP of the proposed solution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1496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Roboto"/>
              <a:buChar char="●"/>
            </a:pP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“Preference-first content copilot + pre-publish safety/fact/copyright gate.”</a:t>
            </a:r>
            <a:endParaRPr sz="1600" dirty="0"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496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Roboto"/>
              <a:buChar char="●"/>
            </a:pP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It tells you </a:t>
            </a:r>
            <a:r>
              <a:rPr lang="en-GB" sz="1600" i="1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what you should make next</a:t>
            </a:r>
            <a:r>
              <a:rPr lang="en-GB" sz="1600" dirty="0">
                <a:solidFill>
                  <a:srgbClr val="202729"/>
                </a:solidFill>
                <a:latin typeface="Roboto"/>
                <a:ea typeface="Roboto"/>
                <a:cs typeface="Roboto"/>
                <a:sym typeface="Roboto"/>
              </a:rPr>
              <a:t> for your channel style, then ensures it’s optimized + safe to publish.</a:t>
            </a:r>
            <a:endParaRPr sz="1600" dirty="0">
              <a:solidFill>
                <a:srgbClr val="20272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24F63B-B321-742C-5819-464DE2FBB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788263"/>
              </p:ext>
            </p:extLst>
          </p:nvPr>
        </p:nvGraphicFramePr>
        <p:xfrm>
          <a:off x="142874" y="913284"/>
          <a:ext cx="3822492" cy="2667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20033">
                  <a:extLst>
                    <a:ext uri="{9D8B030D-6E8A-4147-A177-3AD203B41FA5}">
                      <a16:colId xmlns:a16="http://schemas.microsoft.com/office/drawing/2014/main" val="862575402"/>
                    </a:ext>
                  </a:extLst>
                </a:gridCol>
                <a:gridCol w="1337757">
                  <a:extLst>
                    <a:ext uri="{9D8B030D-6E8A-4147-A177-3AD203B41FA5}">
                      <a16:colId xmlns:a16="http://schemas.microsoft.com/office/drawing/2014/main" val="2052680717"/>
                    </a:ext>
                  </a:extLst>
                </a:gridCol>
                <a:gridCol w="1764702">
                  <a:extLst>
                    <a:ext uri="{9D8B030D-6E8A-4147-A177-3AD203B41FA5}">
                      <a16:colId xmlns:a16="http://schemas.microsoft.com/office/drawing/2014/main" val="315825915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❌ Generic AI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✅ CreatorOS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700659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Discovery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Generic "Trending" Sounds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Preference-Driven</a:t>
                      </a:r>
                      <a:r>
                        <a:rPr lang="en-IN" sz="1000" dirty="0"/>
                        <a:t> (Niche-Specific)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8564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Safety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None (High Risk of Strikes)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Pre-Publish Shield</a:t>
                      </a:r>
                      <a:r>
                        <a:rPr lang="en-IN" sz="1000" dirty="0"/>
                        <a:t> (Copyright/Policy)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934349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Assets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Manual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"Vibe Match"</a:t>
                      </a:r>
                      <a:r>
                        <a:rPr lang="en-US" sz="1000"/>
                        <a:t> (Meme + Beat Sync)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246268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Workflow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Fragmented (Caps Only)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All-in-One</a:t>
                      </a:r>
                      <a:r>
                        <a:rPr lang="en-IN" sz="1000" dirty="0"/>
                        <a:t> (Idea → Publish)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27633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7517A5-F45E-EAF9-AFEA-262A68200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1892"/>
              </p:ext>
            </p:extLst>
          </p:nvPr>
        </p:nvGraphicFramePr>
        <p:xfrm>
          <a:off x="4371974" y="913284"/>
          <a:ext cx="4574238" cy="2667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287119">
                  <a:extLst>
                    <a:ext uri="{9D8B030D-6E8A-4147-A177-3AD203B41FA5}">
                      <a16:colId xmlns:a16="http://schemas.microsoft.com/office/drawing/2014/main" val="1073984271"/>
                    </a:ext>
                  </a:extLst>
                </a:gridCol>
                <a:gridCol w="2287119">
                  <a:extLst>
                    <a:ext uri="{9D8B030D-6E8A-4147-A177-3AD203B41FA5}">
                      <a16:colId xmlns:a16="http://schemas.microsoft.com/office/drawing/2014/main" val="2727696869"/>
                    </a:ext>
                  </a:extLst>
                </a:gridCol>
              </a:tblGrid>
              <a:tr h="2750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🔴 BEFORE: (The Struggle)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</a:rPr>
                        <a:t>🟢 AFTER: (The Solution)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87144175"/>
                  </a:ext>
                </a:extLst>
              </a:tr>
              <a:tr h="702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Hours of Manual Grind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(Ideation, Writing, Checking)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Automated in Minutes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(AI handles the entire workflow)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51140019"/>
                  </a:ext>
                </a:extLst>
              </a:tr>
              <a:tr h="702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Guessing Viral Trends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(Hit-or-miss performance)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Data-Backed Optimization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(Better hooks &amp; trend upgrades)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37988506"/>
                  </a:ext>
                </a:extLst>
              </a:tr>
              <a:tr h="702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High Risk of Strikes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(Fear of takedowns/bans)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100% Compliance Safety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1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(Pre-publish risk scanning)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167013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18011" y="582484"/>
            <a:ext cx="3992039" cy="38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95"/>
              <a:buNone/>
            </a:pPr>
            <a:r>
              <a:rPr lang="en-GB" sz="1645" b="1" dirty="0">
                <a:solidFill>
                  <a:schemeClr val="dk1"/>
                </a:solidFill>
              </a:rPr>
              <a:t>List of features offered by the solution</a:t>
            </a:r>
            <a:br>
              <a:rPr lang="en-GB" sz="1135" dirty="0">
                <a:solidFill>
                  <a:schemeClr val="dk1"/>
                </a:solidFill>
              </a:rPr>
            </a:br>
            <a:endParaRPr sz="1135" i="1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5D89D-D2AB-E5C8-E7C5-E333E83A172D}"/>
              </a:ext>
            </a:extLst>
          </p:cNvPr>
          <p:cNvSpPr txBox="1"/>
          <p:nvPr/>
        </p:nvSpPr>
        <p:spPr>
          <a:xfrm>
            <a:off x="6381752" y="1370140"/>
            <a:ext cx="2381250" cy="33239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The Safety Shield 🛡️</a:t>
            </a:r>
          </a:p>
          <a:p>
            <a:r>
              <a:rPr lang="en-US" i="1" dirty="0"/>
              <a:t>(Focus: Compliance &amp; Risk)</a:t>
            </a:r>
          </a:p>
          <a:p>
            <a:endParaRPr lang="en-US" dirty="0"/>
          </a:p>
          <a:p>
            <a:r>
              <a:rPr lang="en-US" b="1" dirty="0"/>
              <a:t>Risk Scanner:</a:t>
            </a:r>
            <a:r>
              <a:rPr lang="en-US" dirty="0"/>
              <a:t> Checks Copyright, Policy (YT/IG), and Facts.</a:t>
            </a:r>
          </a:p>
          <a:p>
            <a:endParaRPr lang="en-US" dirty="0"/>
          </a:p>
          <a:p>
            <a:r>
              <a:rPr lang="en-US" b="1" dirty="0"/>
              <a:t>Auto-Fix:</a:t>
            </a:r>
            <a:r>
              <a:rPr lang="en-US" dirty="0"/>
              <a:t> Suggests "One-Click Resolutions" for warnings.</a:t>
            </a:r>
          </a:p>
          <a:p>
            <a:endParaRPr lang="en-US" dirty="0"/>
          </a:p>
          <a:p>
            <a:r>
              <a:rPr lang="en-US" b="1" dirty="0"/>
              <a:t>Fact Assistant:</a:t>
            </a:r>
            <a:r>
              <a:rPr lang="en-US" dirty="0"/>
              <a:t> Flags uncertain claims &amp; provides citations.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C6AD5-052D-0A5C-75E0-95A1D248DB33}"/>
              </a:ext>
            </a:extLst>
          </p:cNvPr>
          <p:cNvSpPr txBox="1"/>
          <p:nvPr/>
        </p:nvSpPr>
        <p:spPr>
          <a:xfrm>
            <a:off x="3381376" y="1370139"/>
            <a:ext cx="2381250" cy="33239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The Creative Studio 🎨</a:t>
            </a:r>
          </a:p>
          <a:p>
            <a:r>
              <a:rPr lang="en-IN" i="1" dirty="0"/>
              <a:t>(Focus: Building the content)</a:t>
            </a:r>
          </a:p>
          <a:p>
            <a:endParaRPr lang="en-IN" dirty="0"/>
          </a:p>
          <a:p>
            <a:r>
              <a:rPr lang="en-IN" b="1" dirty="0"/>
              <a:t>Hook Generator:</a:t>
            </a:r>
            <a:r>
              <a:rPr lang="en-IN" dirty="0"/>
              <a:t> Writes viral intros (Curiosity, Shock, Story).</a:t>
            </a:r>
          </a:p>
          <a:p>
            <a:endParaRPr lang="en-IN" dirty="0"/>
          </a:p>
          <a:p>
            <a:r>
              <a:rPr lang="en-IN" b="1" dirty="0"/>
              <a:t>Beat Sync:</a:t>
            </a:r>
            <a:r>
              <a:rPr lang="en-IN" dirty="0"/>
              <a:t> Matches music drops to video pacing.</a:t>
            </a:r>
          </a:p>
          <a:p>
            <a:endParaRPr lang="en-IN" dirty="0"/>
          </a:p>
          <a:p>
            <a:r>
              <a:rPr lang="en-IN" b="1" dirty="0"/>
              <a:t>Caption Studio:</a:t>
            </a:r>
            <a:r>
              <a:rPr lang="en-IN" dirty="0"/>
              <a:t> Auto-generates platform-native tags &amp; pinned comments.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48C1-4739-01DF-52AD-540FDE615220}"/>
              </a:ext>
            </a:extLst>
          </p:cNvPr>
          <p:cNvSpPr txBox="1"/>
          <p:nvPr/>
        </p:nvSpPr>
        <p:spPr>
          <a:xfrm>
            <a:off x="381000" y="1370141"/>
            <a:ext cx="2381250" cy="33239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The Strategy Engine 🧠</a:t>
            </a:r>
          </a:p>
          <a:p>
            <a:r>
              <a:rPr lang="en-IN" i="1" dirty="0"/>
              <a:t>(Focus: Finding ideas &amp; planning)</a:t>
            </a:r>
          </a:p>
          <a:p>
            <a:endParaRPr lang="en-IN" dirty="0"/>
          </a:p>
          <a:p>
            <a:r>
              <a:rPr lang="en-IN" b="1" dirty="0"/>
              <a:t>Smart Ranking:</a:t>
            </a:r>
            <a:r>
              <a:rPr lang="en-IN" dirty="0"/>
              <a:t> Personalized video ideas based on niche history.</a:t>
            </a:r>
          </a:p>
          <a:p>
            <a:endParaRPr lang="en-IN" dirty="0"/>
          </a:p>
          <a:p>
            <a:r>
              <a:rPr lang="en-IN" b="1" dirty="0"/>
              <a:t>Meme Match:</a:t>
            </a:r>
            <a:r>
              <a:rPr lang="en-IN" dirty="0"/>
              <a:t> Context-aware meme &amp; format suggestions.</a:t>
            </a:r>
          </a:p>
          <a:p>
            <a:endParaRPr lang="en-IN" dirty="0"/>
          </a:p>
          <a:p>
            <a:r>
              <a:rPr lang="en-IN" b="1" dirty="0"/>
              <a:t>Trend Upgrades:</a:t>
            </a:r>
            <a:r>
              <a:rPr lang="en-IN" dirty="0"/>
              <a:t> Auto-suggests edits to match current viral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3429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D58F6B-4C58-46B3-D833-E3EFE562FC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45" b="3800"/>
          <a:stretch>
            <a:fillRect/>
          </a:stretch>
        </p:blipFill>
        <p:spPr>
          <a:xfrm>
            <a:off x="965424" y="738070"/>
            <a:ext cx="7399087" cy="4296189"/>
          </a:xfrm>
          <a:prstGeom prst="rect">
            <a:avLst/>
          </a:prstGeom>
        </p:spPr>
      </p:pic>
      <p:sp>
        <p:nvSpPr>
          <p:cNvPr id="84" name="Google Shape;84;p17"/>
          <p:cNvSpPr txBox="1"/>
          <p:nvPr/>
        </p:nvSpPr>
        <p:spPr>
          <a:xfrm>
            <a:off x="-18" y="454491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2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476C95-747B-E401-E5C1-604AF592D9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60" b="12889"/>
          <a:stretch>
            <a:fillRect/>
          </a:stretch>
        </p:blipFill>
        <p:spPr>
          <a:xfrm>
            <a:off x="436679" y="854844"/>
            <a:ext cx="8137695" cy="4212656"/>
          </a:xfrm>
          <a:prstGeom prst="rect">
            <a:avLst/>
          </a:prstGeom>
        </p:spPr>
      </p:pic>
      <p:sp>
        <p:nvSpPr>
          <p:cNvPr id="93" name="Google Shape;93;p18"/>
          <p:cNvSpPr txBox="1"/>
          <p:nvPr/>
        </p:nvSpPr>
        <p:spPr>
          <a:xfrm>
            <a:off x="184135" y="41656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7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lang="en-US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F5DCD-2A61-52D8-A5D4-A7B67133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80" b="2797"/>
          <a:stretch>
            <a:fillRect/>
          </a:stretch>
        </p:blipFill>
        <p:spPr>
          <a:xfrm>
            <a:off x="1203997" y="757002"/>
            <a:ext cx="7235465" cy="4279693"/>
          </a:xfrm>
          <a:prstGeom prst="rect">
            <a:avLst/>
          </a:prstGeom>
        </p:spPr>
      </p:pic>
      <p:pic>
        <p:nvPicPr>
          <p:cNvPr id="103" name="Google Shape;103;p20" title="Artboarddfghjk – 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3A4769-AD4D-EC4F-EF19-1E152187C31B}"/>
              </a:ext>
            </a:extLst>
          </p:cNvPr>
          <p:cNvSpPr txBox="1"/>
          <p:nvPr/>
        </p:nvSpPr>
        <p:spPr>
          <a:xfrm>
            <a:off x="0" y="496307"/>
            <a:ext cx="504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- AWS Architecture Diagram</a:t>
            </a:r>
            <a:endParaRPr lang="en-IN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185450" y="46190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185450" y="1003000"/>
            <a:ext cx="1974000" cy="383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100"/>
              </a:spcBef>
            </a:pPr>
            <a:r>
              <a:rPr lang="en-GB" sz="1200" b="1" dirty="0">
                <a:solidFill>
                  <a:schemeClr val="dk1"/>
                </a:solidFill>
              </a:rPr>
              <a:t>Frontend / Backend</a:t>
            </a:r>
          </a:p>
          <a:p>
            <a:pPr marL="0" lvl="0" indent="0" algn="l" rtl="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Next.js + React (Dashboard)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Tailwind CSS (UI)</a:t>
            </a:r>
            <a:br>
              <a:rPr lang="en-GB" sz="1100" dirty="0">
                <a:solidFill>
                  <a:schemeClr val="dk1"/>
                </a:solidFill>
              </a:rPr>
            </a:br>
            <a:endParaRPr lang="en-GB" sz="1100" b="1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Python </a:t>
            </a:r>
            <a:r>
              <a:rPr lang="en-GB" sz="1100" dirty="0" err="1">
                <a:solidFill>
                  <a:schemeClr val="dk1"/>
                </a:solidFill>
              </a:rPr>
              <a:t>FastAPI</a:t>
            </a:r>
            <a:r>
              <a:rPr lang="en-GB" sz="1100" dirty="0">
                <a:solidFill>
                  <a:schemeClr val="dk1"/>
                </a:solidFill>
              </a:rPr>
              <a:t> (REST APIs)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Docker (containers)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AWS ECS Fargate (deploy)</a:t>
            </a:r>
            <a:br>
              <a:rPr lang="en-GB" sz="1000" dirty="0">
                <a:solidFill>
                  <a:schemeClr val="dk1"/>
                </a:solidFill>
              </a:rPr>
            </a:br>
            <a:endParaRPr lang="en-IN" sz="1000" dirty="0">
              <a:solidFill>
                <a:schemeClr val="dk1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2223926" y="1003000"/>
            <a:ext cx="2184300" cy="383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AI / ML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Bedrock LLM (hooks/captions/scripts)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Bedrock Embeddings (content + user vectors)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Bedrock Guardrails / classifiers (risk scoring)</a:t>
            </a:r>
            <a:br>
              <a:rPr lang="en-US" sz="1100" dirty="0">
                <a:solidFill>
                  <a:schemeClr val="dk1"/>
                </a:solidFill>
              </a:rPr>
            </a:br>
            <a:endParaRPr lang="en-US"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Personalization / Search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OpenSearch (Vector Search / ranking)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Aurora PostgreSQL + </a:t>
            </a:r>
            <a:r>
              <a:rPr lang="en-GB" sz="1100" dirty="0" err="1">
                <a:solidFill>
                  <a:schemeClr val="dk1"/>
                </a:solidFill>
              </a:rPr>
              <a:t>pgvector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4474513" y="1003000"/>
            <a:ext cx="2326500" cy="383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Data Storage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3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RDS PostgreSQL (users/projects/reports)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S3 (uploads + exports)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DynamoDB (optional preferences/sessions)</a:t>
            </a:r>
            <a:br>
              <a:rPr lang="en-GB" sz="1100" dirty="0">
                <a:solidFill>
                  <a:schemeClr val="dk1"/>
                </a:solidFill>
              </a:rPr>
            </a:br>
            <a:br>
              <a:rPr lang="en-GB" sz="1100" dirty="0">
                <a:solidFill>
                  <a:schemeClr val="dk1"/>
                </a:solidFill>
              </a:rPr>
            </a:br>
            <a:endParaRPr lang="en-GB"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Workflow / Media Pipeline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AWS Step Functions (pipeline orchestration)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AWS Lambda (S3 triggers/processing)</a:t>
            </a:r>
            <a:br>
              <a:rPr lang="en-GB" sz="1100" dirty="0">
                <a:solidFill>
                  <a:schemeClr val="dk1"/>
                </a:solidFill>
              </a:rPr>
            </a:br>
            <a:endParaRPr lang="en-IN" sz="1100" dirty="0">
              <a:solidFill>
                <a:schemeClr val="dk1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6867325" y="1003000"/>
            <a:ext cx="2085600" cy="383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GB" sz="1300" b="1" dirty="0">
                <a:solidFill>
                  <a:schemeClr val="dk1"/>
                </a:solidFill>
              </a:rPr>
              <a:t>Security / Monitoring</a:t>
            </a:r>
          </a:p>
          <a:p>
            <a:pPr lvl="0">
              <a:spcBef>
                <a:spcPts val="100"/>
              </a:spcBef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Cognito (JWT auth)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AWS IAM (roles/policies)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Amazon CloudWatch (logs/metrics/alarms)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AWS X-Ray (optional tracing)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185475" y="461879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85916" y="984624"/>
            <a:ext cx="4271400" cy="394713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dk1"/>
                </a:solidFill>
              </a:rPr>
              <a:t>MVP (Hackathon Prototype: 2–7 days)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Hosting:</a:t>
            </a:r>
            <a:r>
              <a:rPr lang="en-GB" sz="1100" dirty="0">
                <a:solidFill>
                  <a:schemeClr val="dk1"/>
                </a:solidFill>
              </a:rPr>
              <a:t> AWS Free Tier / low usage (CloudFront + S3 + API Gateway + Lambda/ECS)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Storage:</a:t>
            </a:r>
            <a:r>
              <a:rPr lang="en-GB" sz="1100" dirty="0">
                <a:solidFill>
                  <a:schemeClr val="dk1"/>
                </a:solidFill>
              </a:rPr>
              <a:t> S3 (small video uploads + exports)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Database:</a:t>
            </a:r>
            <a:r>
              <a:rPr lang="en-GB" sz="1100" dirty="0">
                <a:solidFill>
                  <a:schemeClr val="dk1"/>
                </a:solidFill>
              </a:rPr>
              <a:t> RDS (free tier/low instance) or serverless alternative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AI usage:</a:t>
            </a:r>
            <a:r>
              <a:rPr lang="en-GB" sz="1100" dirty="0">
                <a:solidFill>
                  <a:schemeClr val="dk1"/>
                </a:solidFill>
              </a:rPr>
              <a:t> Limited Bedrock calls with caching (hooks/captions, embeddings, safety checks)</a:t>
            </a:r>
            <a:br>
              <a:rPr lang="en-GB" sz="1100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Estimated cost:</a:t>
            </a: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₹0 – ₹3,000</a:t>
            </a:r>
            <a:r>
              <a:rPr lang="en-GB" sz="1100" dirty="0">
                <a:solidFill>
                  <a:schemeClr val="dk1"/>
                </a:solidFill>
              </a:rPr>
              <a:t> (mostly depends on AI calls + storage)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710650" y="984625"/>
            <a:ext cx="4271400" cy="19909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dk1"/>
                </a:solidFill>
              </a:rPr>
              <a:t>Pilot (1–3 months, small creator group)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More consistent usage of Bedrock + OpenSearch vector search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Larger S3 storage + Step Functions media pipeline</a:t>
            </a:r>
            <a:br>
              <a:rPr lang="en-GB" sz="1100" dirty="0">
                <a:solidFill>
                  <a:schemeClr val="dk1"/>
                </a:solidFill>
              </a:rPr>
            </a:br>
            <a:r>
              <a:rPr lang="en-GB" sz="1100" dirty="0">
                <a:solidFill>
                  <a:schemeClr val="dk1"/>
                </a:solidFill>
              </a:rPr>
              <a:t> 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Estimated cost:</a:t>
            </a: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₹10,000 – ₹50,000 / month</a:t>
            </a:r>
            <a:r>
              <a:rPr lang="en-GB" sz="1100" dirty="0">
                <a:solidFill>
                  <a:schemeClr val="dk1"/>
                </a:solidFill>
              </a:rPr>
              <a:t> (depends on active users, minutes of video processed, AI calls)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4710650" y="3057994"/>
            <a:ext cx="4271400" cy="187377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what affects cost most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Number of </a:t>
            </a:r>
            <a:r>
              <a:rPr lang="en-GB" sz="1100" b="1" dirty="0">
                <a:solidFill>
                  <a:schemeClr val="dk1"/>
                </a:solidFill>
              </a:rPr>
              <a:t>LLM generations</a:t>
            </a:r>
            <a:r>
              <a:rPr lang="en-GB" sz="1100" dirty="0">
                <a:solidFill>
                  <a:schemeClr val="dk1"/>
                </a:solidFill>
              </a:rPr>
              <a:t> per user/day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Speech-to-text</a:t>
            </a:r>
            <a:r>
              <a:rPr lang="en-GB" sz="1100" dirty="0">
                <a:solidFill>
                  <a:schemeClr val="dk1"/>
                </a:solidFill>
              </a:rPr>
              <a:t> minutes (Transcribe/ASR)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Vector DB</a:t>
            </a:r>
            <a:r>
              <a:rPr lang="en-GB" sz="1100" dirty="0">
                <a:solidFill>
                  <a:schemeClr val="dk1"/>
                </a:solidFill>
              </a:rPr>
              <a:t> size + query volume (OpenSearch)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Video storage + bandwidth</a:t>
            </a:r>
            <a:r>
              <a:rPr lang="en-GB" sz="1100" dirty="0">
                <a:solidFill>
                  <a:schemeClr val="dk1"/>
                </a:solidFill>
              </a:rPr>
              <a:t> (S3 + CloudFront)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147427" y="471132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138518" y="999450"/>
            <a:ext cx="2048100" cy="393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dk1"/>
                </a:solidFill>
              </a:rPr>
              <a:t>Problem Fit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AI for Media, Content &amp; Digital Experiences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One workflow:    </a:t>
            </a:r>
            <a:r>
              <a:rPr lang="en-GB" sz="1100" b="1" dirty="0">
                <a:solidFill>
                  <a:schemeClr val="dk1"/>
                </a:solidFill>
              </a:rPr>
              <a:t>Create → Optimize → Personalize → Publish Safely</a:t>
            </a:r>
            <a:br>
              <a:rPr lang="en-GB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Supports: content creation, transformation, tagging/discovery, distribution readiness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4893850" y="999450"/>
            <a:ext cx="2127300" cy="393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dk1"/>
                </a:solidFill>
              </a:rPr>
              <a:t>Impact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Cuts content production time </a:t>
            </a:r>
            <a:r>
              <a:rPr lang="en-GB" sz="1100" b="1" dirty="0">
                <a:solidFill>
                  <a:schemeClr val="dk1"/>
                </a:solidFill>
              </a:rPr>
              <a:t>hours → minutes</a:t>
            </a:r>
            <a:br>
              <a:rPr lang="en-GB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Improves retention via </a:t>
            </a:r>
            <a:r>
              <a:rPr lang="en-GB" sz="1100" b="1" dirty="0">
                <a:solidFill>
                  <a:schemeClr val="dk1"/>
                </a:solidFill>
              </a:rPr>
              <a:t>hook + pacing + trend-format upgrades</a:t>
            </a:r>
            <a:br>
              <a:rPr lang="en-GB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Reduces strikes/takedowns using </a:t>
            </a:r>
            <a:r>
              <a:rPr lang="en-GB" sz="1100" b="1" dirty="0">
                <a:solidFill>
                  <a:schemeClr val="dk1"/>
                </a:solidFill>
              </a:rPr>
              <a:t>policy + copyright + fact checks</a:t>
            </a:r>
            <a:br>
              <a:rPr lang="en-GB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dirty="0">
                <a:solidFill>
                  <a:schemeClr val="dk1"/>
                </a:solidFill>
              </a:rPr>
              <a:t>Helps creators grow with </a:t>
            </a:r>
            <a:r>
              <a:rPr lang="en-GB" sz="1100" b="1" dirty="0">
                <a:solidFill>
                  <a:schemeClr val="dk1"/>
                </a:solidFill>
              </a:rPr>
              <a:t>preference-based recommendations</a:t>
            </a:r>
            <a:r>
              <a:rPr lang="en-GB" sz="1100" dirty="0">
                <a:solidFill>
                  <a:schemeClr val="dk1"/>
                </a:solidFill>
              </a:rPr>
              <a:t> (not just trending)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2327645" y="999450"/>
            <a:ext cx="2430900" cy="393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dk1"/>
                </a:solidFill>
              </a:rPr>
              <a:t>Tech &amp; AWS Integration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Frontend:</a:t>
            </a:r>
            <a:r>
              <a:rPr lang="en-GB" sz="1100" dirty="0">
                <a:solidFill>
                  <a:schemeClr val="dk1"/>
                </a:solidFill>
              </a:rPr>
              <a:t> Next.js + React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Backend:</a:t>
            </a: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dirty="0" err="1">
                <a:solidFill>
                  <a:schemeClr val="dk1"/>
                </a:solidFill>
              </a:rPr>
              <a:t>FastAPI</a:t>
            </a:r>
            <a:r>
              <a:rPr lang="en-GB" sz="1100" dirty="0">
                <a:solidFill>
                  <a:schemeClr val="dk1"/>
                </a:solidFill>
              </a:rPr>
              <a:t> on </a:t>
            </a:r>
            <a:r>
              <a:rPr lang="en-GB" sz="1100" b="1" dirty="0">
                <a:solidFill>
                  <a:schemeClr val="dk1"/>
                </a:solidFill>
              </a:rPr>
              <a:t>ECS Fargate</a:t>
            </a:r>
            <a:r>
              <a:rPr lang="en-GB" sz="1100" dirty="0">
                <a:solidFill>
                  <a:schemeClr val="dk1"/>
                </a:solidFill>
              </a:rPr>
              <a:t> + </a:t>
            </a:r>
            <a:r>
              <a:rPr lang="en-GB" sz="1100" b="1" dirty="0">
                <a:solidFill>
                  <a:schemeClr val="dk1"/>
                </a:solidFill>
              </a:rPr>
              <a:t>API Gateway</a:t>
            </a:r>
            <a:br>
              <a:rPr lang="en-GB" sz="1100" b="1" dirty="0">
                <a:solidFill>
                  <a:schemeClr val="dk1"/>
                </a:solidFill>
              </a:rPr>
            </a:b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AI:</a:t>
            </a: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b="1" dirty="0">
                <a:solidFill>
                  <a:schemeClr val="dk1"/>
                </a:solidFill>
              </a:rPr>
              <a:t>Amazon Bedrock</a:t>
            </a:r>
            <a:r>
              <a:rPr lang="en-GB" sz="1100" dirty="0">
                <a:solidFill>
                  <a:schemeClr val="dk1"/>
                </a:solidFill>
              </a:rPr>
              <a:t> (LLM + embeddings + safety classifiers)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Data:</a:t>
            </a:r>
            <a:r>
              <a:rPr lang="en-GB" sz="1100" dirty="0">
                <a:solidFill>
                  <a:schemeClr val="dk1"/>
                </a:solidFill>
              </a:rPr>
              <a:t> S3 (uploads/exports), RDS Postgres, OpenSearch (Vector DB)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Pipeline:</a:t>
            </a:r>
            <a:r>
              <a:rPr lang="en-GB" sz="1100" dirty="0">
                <a:solidFill>
                  <a:schemeClr val="dk1"/>
                </a:solidFill>
              </a:rPr>
              <a:t> Lambda + Step Functions (+ optional Transcribe)</a:t>
            </a:r>
            <a:br>
              <a:rPr lang="en-GB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 dirty="0">
                <a:solidFill>
                  <a:schemeClr val="dk1"/>
                </a:solidFill>
              </a:rPr>
              <a:t>Ops/Security:</a:t>
            </a:r>
            <a:r>
              <a:rPr lang="en-GB" sz="1100" dirty="0">
                <a:solidFill>
                  <a:schemeClr val="dk1"/>
                </a:solidFill>
              </a:rPr>
              <a:t> Cognito, IAM, CloudWatch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7166522" y="999450"/>
            <a:ext cx="1842900" cy="393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Future Scope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Auto edit suggestions with timestamps (cuts, highlights)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A/B testing for hooks/captions + performance learning loop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Multi-brand/team approvals dashboard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Multilingual localization (Hindi + regional languages)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1054</Words>
  <Application>Microsoft Office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Manrope SemiBold</vt:lpstr>
      <vt:lpstr>Courier New</vt:lpstr>
      <vt:lpstr>Google Sans Text</vt:lpstr>
      <vt:lpstr>Roboto</vt:lpstr>
      <vt:lpstr>Manrope</vt:lpstr>
      <vt:lpstr>Impact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kumawat</cp:lastModifiedBy>
  <cp:revision>1</cp:revision>
  <dcterms:modified xsi:type="dcterms:W3CDTF">2026-02-15T13:58:53Z</dcterms:modified>
</cp:coreProperties>
</file>